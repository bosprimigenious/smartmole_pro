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highl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th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ev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evels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mult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ver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ip-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ound-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wifi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ol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omple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inno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